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91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ganapalli sireesha" userId="54a7cd00a66f465c" providerId="LiveId" clId="{24D306CF-4A98-4A03-A3D8-4D892E0E908A}"/>
    <pc:docChg chg="undo custSel addSld modSld">
      <pc:chgData name="venganapalli sireesha" userId="54a7cd00a66f465c" providerId="LiveId" clId="{24D306CF-4A98-4A03-A3D8-4D892E0E908A}" dt="2026-07-25T07:46:56.111" v="9" actId="1076"/>
      <pc:docMkLst>
        <pc:docMk/>
      </pc:docMkLst>
      <pc:sldChg chg="addSp delSp modSp new mod">
        <pc:chgData name="venganapalli sireesha" userId="54a7cd00a66f465c" providerId="LiveId" clId="{24D306CF-4A98-4A03-A3D8-4D892E0E908A}" dt="2026-07-25T07:46:56.111" v="9" actId="1076"/>
        <pc:sldMkLst>
          <pc:docMk/>
          <pc:sldMk cId="1155450827" sldId="261"/>
        </pc:sldMkLst>
        <pc:spChg chg="add del">
          <ac:chgData name="venganapalli sireesha" userId="54a7cd00a66f465c" providerId="LiveId" clId="{24D306CF-4A98-4A03-A3D8-4D892E0E908A}" dt="2026-07-25T07:46:33.126" v="3" actId="22"/>
          <ac:spMkLst>
            <pc:docMk/>
            <pc:sldMk cId="1155450827" sldId="261"/>
            <ac:spMk id="3" creationId="{80091FE1-7327-C260-43A7-2358EEE8C146}"/>
          </ac:spMkLst>
        </pc:spChg>
        <pc:picChg chg="add mod">
          <ac:chgData name="venganapalli sireesha" userId="54a7cd00a66f465c" providerId="LiveId" clId="{24D306CF-4A98-4A03-A3D8-4D892E0E908A}" dt="2026-07-25T07:46:56.111" v="9" actId="1076"/>
          <ac:picMkLst>
            <pc:docMk/>
            <pc:sldMk cId="1155450827" sldId="261"/>
            <ac:picMk id="5" creationId="{A3404571-AD27-B5CE-79CE-0411BACA2543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1295C"/>
                </a:solidFill>
                <a:latin typeface="Arial"/>
              </a:rPr>
              <a:t>Perceptual Quality Score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Perceptual Quality Score (0-100)</c:v>
                </c:pt>
              </c:strCache>
            </c:strRef>
          </c:tx>
          <c:spPr>
            <a:ln w="3810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1295C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480p</c:v>
                </c:pt>
                <c:pt idx="1">
                  <c:v>720p</c:v>
                </c:pt>
                <c:pt idx="2">
                  <c:v>1080p</c:v>
                </c:pt>
                <c:pt idx="3">
                  <c:v>4K</c:v>
                </c:pt>
                <c:pt idx="4">
                  <c:v>8K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58</c:v>
                </c:pt>
                <c:pt idx="1">
                  <c:v>76</c:v>
                </c:pt>
                <c:pt idx="2">
                  <c:v>90</c:v>
                </c:pt>
                <c:pt idx="3">
                  <c:v>97</c:v>
                </c:pt>
                <c:pt idx="4">
                  <c:v>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86D-48CD-A3EA-D779587C30D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C8A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E6ED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7C8A99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7C8A99"/>
                    </a:solidFill>
                    <a:latin typeface="Arial"/>
                  </a:rPr>
                  <a:t>Quality (0-100)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C8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4F8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1295C"/>
                </a:solidFill>
                <a:latin typeface="Arial"/>
              </a:rPr>
              <a:t>Relative Processing Cost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Processing Cost (x)</c:v>
                </c:pt>
              </c:strCache>
            </c:strRef>
          </c:tx>
          <c:spPr>
            <a:solidFill>
              <a:srgbClr val="E8935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1295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480p</c:v>
                </c:pt>
                <c:pt idx="1">
                  <c:v>720p</c:v>
                </c:pt>
                <c:pt idx="2">
                  <c:v>1080p</c:v>
                </c:pt>
                <c:pt idx="3">
                  <c:v>4K</c:v>
                </c:pt>
                <c:pt idx="4">
                  <c:v>8K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2.2999999999999998</c:v>
                </c:pt>
                <c:pt idx="2">
                  <c:v>5.0999999999999996</c:v>
                </c:pt>
                <c:pt idx="3">
                  <c:v>20.3</c:v>
                </c:pt>
                <c:pt idx="4">
                  <c:v>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9-4E31-B692-66AE0EF7E1F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C8A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D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7C8A99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7C8A99"/>
                    </a:solidFill>
                    <a:latin typeface="Arial"/>
                  </a:rPr>
                  <a:t>Cost (x, 480p=1)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C8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4F8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187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30284" y="1252728"/>
            <a:ext cx="164592" cy="164592"/>
          </a:xfrm>
          <a:prstGeom prst="rect">
            <a:avLst/>
          </a:prstGeom>
          <a:solidFill>
            <a:srgbClr val="1C7293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761220" y="1143000"/>
            <a:ext cx="274320" cy="274320"/>
          </a:xfrm>
          <a:prstGeom prst="rect">
            <a:avLst/>
          </a:prstGeom>
          <a:solidFill>
            <a:srgbClr val="065A82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378440" y="1005840"/>
            <a:ext cx="411480" cy="411480"/>
          </a:xfrm>
          <a:prstGeom prst="rect">
            <a:avLst/>
          </a:prstGeom>
          <a:solidFill>
            <a:srgbClr val="1C7293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0972800" y="822960"/>
            <a:ext cx="594360" cy="594360"/>
          </a:xfrm>
          <a:prstGeom prst="rect">
            <a:avLst/>
          </a:prstGeom>
          <a:solidFill>
            <a:srgbClr val="065A82">
              <a:alpha val="6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1521440" y="548640"/>
            <a:ext cx="868680" cy="8686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RESOLUTION VS. PROCESSING COST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Trade-off Analysis for Imaging Pipelines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58368" y="425196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58368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</a:t>
            </a:r>
            <a:r>
              <a:rPr lang="en-US" sz="1200" b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Data Strategy Review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resolution improves image fidelity — but every extra pixel must be stored, transmitted, and computed 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120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68680" y="21945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21945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 / Quality Drivers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2953512"/>
            <a:ext cx="91440" cy="914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97280" y="280720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density needed for the viewing distance / display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703320"/>
            <a:ext cx="91440" cy="914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97280" y="3557016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analysis needs (e.g. defect detection, OCR)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4453128"/>
            <a:ext cx="91440" cy="914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97280" y="4306824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 headroom (cropping, zooming, retouching)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5202936"/>
            <a:ext cx="91440" cy="914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097280" y="5056632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or regulatory standards for print and archival use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89320" y="1874520"/>
            <a:ext cx="52120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309360" y="2194560"/>
            <a:ext cx="502920" cy="502920"/>
          </a:xfrm>
          <a:prstGeom prst="ellipse">
            <a:avLst/>
          </a:prstGeom>
          <a:solidFill>
            <a:srgbClr val="E893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30936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95160" y="21945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 Cost Drivers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09360" y="2953512"/>
            <a:ext cx="91440" cy="91440"/>
          </a:xfrm>
          <a:prstGeom prst="rect">
            <a:avLst/>
          </a:prstGeom>
          <a:solidFill>
            <a:srgbClr val="E893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537960" y="280720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time scales roughly with pixel count (often worse)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09360" y="3703320"/>
            <a:ext cx="91440" cy="91440"/>
          </a:xfrm>
          <a:prstGeom prst="rect">
            <a:avLst/>
          </a:prstGeom>
          <a:solidFill>
            <a:srgbClr val="E893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537960" y="3557016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bandwidth grow linearly with file size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09360" y="4453128"/>
            <a:ext cx="91440" cy="91440"/>
          </a:xfrm>
          <a:prstGeom prst="rect">
            <a:avLst/>
          </a:prstGeom>
          <a:solidFill>
            <a:srgbClr val="E893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537960" y="4306824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GPU/CPU memory ceilings limit batch size at high res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309360" y="5202936"/>
            <a:ext cx="91440" cy="91440"/>
          </a:xfrm>
          <a:prstGeom prst="rect">
            <a:avLst/>
          </a:prstGeom>
          <a:solidFill>
            <a:srgbClr val="E893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537960" y="5056632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and cloud-instance cost per processed image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172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question: what is the minimum resolution that still meets the quality bar, at the lowest processing cost?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Analytical Comparison Across Resolutions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C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to 480p = 1.0x. Processing time measured for a standard CNN inference pass.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32918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Pixel 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Rel. File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Rel. Processing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480p (854×480)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 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Thumbnails / previews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720p (1280×720)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 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streaming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1080p (1920×1080)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2.07 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 display / web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4K (3840×2160)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8.29 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20.3x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display / print crops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8K (7680×4320)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33.2 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81.0x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Archival / large-format print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166360"/>
            <a:ext cx="3566160" cy="1234440"/>
          </a:xfrm>
          <a:prstGeom prst="rect">
            <a:avLst/>
          </a:prstGeom>
          <a:solidFill>
            <a:srgbClr val="F4F8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731520" y="5257800"/>
            <a:ext cx="1463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9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81x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2148840" y="525780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growth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480p → 8K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43400" y="5166360"/>
            <a:ext cx="3566160" cy="1234440"/>
          </a:xfrm>
          <a:prstGeom prst="rect">
            <a:avLst/>
          </a:prstGeom>
          <a:solidFill>
            <a:srgbClr val="F4F8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526280" y="5257800"/>
            <a:ext cx="1463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~18x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5943600" y="525780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time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480p → 4K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138160" y="5166360"/>
            <a:ext cx="3566160" cy="1234440"/>
          </a:xfrm>
          <a:prstGeom prst="rect">
            <a:avLst/>
          </a:prstGeom>
          <a:solidFill>
            <a:srgbClr val="F4F8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8321040" y="5257800"/>
            <a:ext cx="1463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5x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9738360" y="525780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spot jump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1080p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Diminishing Returns: Quality Gain vs. Cost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Perceptual quality score plateaus well before processing cost does — the gap after 1080p is mostly cost, not visible benefit.</a:t>
            </a:r>
            <a:endParaRPr lang="en-US" sz="12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67665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7452360" y="1691640"/>
          <a:ext cx="41605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3093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1080p and 4K, quality rises only ~8% while cost rises ~300%.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&amp; 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34440" y="13716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1080p is the practical default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76479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~90% of perceived quality at a fraction of the cost of 4K/8K — best fit for most display and analysis pipelines.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4231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Reserve 4K+ for justified cases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81635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where cropping, printing, or fine-detail analysis genuinely requires the extra pixels.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34747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resolution to the task, not the source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86791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Downsample ingest images to the minimum resolution the downstream model or viewer actually needs.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45262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 cost per quality point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91947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processing cost against a quality metric (e.g. PSNR/SSIM) to catch resolution creep before it hits budgets.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806440"/>
            <a:ext cx="1106424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ysDot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optimize for the lowest resolution that meets the quality bar — every step up in resolution should be a deliberate, cost-aware decision.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404571-AD27-B5CE-79CE-0411BACA2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376" y="984739"/>
            <a:ext cx="5562809" cy="5144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450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474</Words>
  <Application>Microsoft Office PowerPoint</Application>
  <PresentationFormat>Widescreen</PresentationFormat>
  <Paragraphs>85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venganapalli sireesha</cp:lastModifiedBy>
  <cp:revision>1</cp:revision>
  <dcterms:created xsi:type="dcterms:W3CDTF">2026-07-23T03:34:28Z</dcterms:created>
  <dcterms:modified xsi:type="dcterms:W3CDTF">2026-07-25T07:46:57Z</dcterms:modified>
</cp:coreProperties>
</file>